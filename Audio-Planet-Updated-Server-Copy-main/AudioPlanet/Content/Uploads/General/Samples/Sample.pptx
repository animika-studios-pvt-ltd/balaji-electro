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43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0E57-752A-413B-AEA2-301C274C5C8D}" type="datetimeFigureOut">
              <a:rPr lang="en-US" smtClean="0"/>
              <a:t>8/30/2012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510E4-D37B-4CC3-B393-384505CFA6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0E57-752A-413B-AEA2-301C274C5C8D}" type="datetimeFigureOut">
              <a:rPr lang="en-US" smtClean="0"/>
              <a:t>8/30/2012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510E4-D37B-4CC3-B393-384505CFA6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0E57-752A-413B-AEA2-301C274C5C8D}" type="datetimeFigureOut">
              <a:rPr lang="en-US" smtClean="0"/>
              <a:t>8/30/2012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510E4-D37B-4CC3-B393-384505CFA6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0E57-752A-413B-AEA2-301C274C5C8D}" type="datetimeFigureOut">
              <a:rPr lang="en-US" smtClean="0"/>
              <a:t>8/30/2012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510E4-D37B-4CC3-B393-384505CFA6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0E57-752A-413B-AEA2-301C274C5C8D}" type="datetimeFigureOut">
              <a:rPr lang="en-US" smtClean="0"/>
              <a:t>8/30/2012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510E4-D37B-4CC3-B393-384505CFA6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0E57-752A-413B-AEA2-301C274C5C8D}" type="datetimeFigureOut">
              <a:rPr lang="en-US" smtClean="0"/>
              <a:t>8/30/2012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510E4-D37B-4CC3-B393-384505CFA6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0E57-752A-413B-AEA2-301C274C5C8D}" type="datetimeFigureOut">
              <a:rPr lang="en-US" smtClean="0"/>
              <a:t>8/30/2012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510E4-D37B-4CC3-B393-384505CFA6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0E57-752A-413B-AEA2-301C274C5C8D}" type="datetimeFigureOut">
              <a:rPr lang="en-US" smtClean="0"/>
              <a:t>8/30/2012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510E4-D37B-4CC3-B393-384505CFA6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0E57-752A-413B-AEA2-301C274C5C8D}" type="datetimeFigureOut">
              <a:rPr lang="en-US" smtClean="0"/>
              <a:t>8/30/2012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510E4-D37B-4CC3-B393-384505CFA6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0E57-752A-413B-AEA2-301C274C5C8D}" type="datetimeFigureOut">
              <a:rPr lang="en-US" smtClean="0"/>
              <a:t>8/30/2012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510E4-D37B-4CC3-B393-384505CFA6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0E57-752A-413B-AEA2-301C274C5C8D}" type="datetimeFigureOut">
              <a:rPr lang="en-US" smtClean="0"/>
              <a:t>8/30/2012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510E4-D37B-4CC3-B393-384505CFA6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60E57-752A-413B-AEA2-301C274C5C8D}" type="datetimeFigureOut">
              <a:rPr lang="en-US" smtClean="0"/>
              <a:t>8/30/2012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510E4-D37B-4CC3-B393-384505CFA60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Sample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File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Sample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</dc:title>
  <dc:creator>shreekumar</dc:creator>
  <cp:lastModifiedBy>shreekumar</cp:lastModifiedBy>
  <cp:revision>1</cp:revision>
  <dcterms:created xsi:type="dcterms:W3CDTF">2012-08-30T15:14:00Z</dcterms:created>
  <dcterms:modified xsi:type="dcterms:W3CDTF">2012-08-30T15:14:27Z</dcterms:modified>
</cp:coreProperties>
</file>